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276" r:id="rId4"/>
    <p:sldId id="259" r:id="rId5"/>
    <p:sldId id="287" r:id="rId6"/>
    <p:sldId id="27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1" r:id="rId20"/>
    <p:sldId id="302" r:id="rId21"/>
    <p:sldId id="303" r:id="rId22"/>
    <p:sldId id="304" r:id="rId23"/>
    <p:sldId id="280" r:id="rId24"/>
    <p:sldId id="281" r:id="rId25"/>
    <p:sldId id="278" r:id="rId26"/>
    <p:sldId id="282" r:id="rId27"/>
    <p:sldId id="283" r:id="rId28"/>
    <p:sldId id="284" r:id="rId29"/>
    <p:sldId id="279" r:id="rId30"/>
    <p:sldId id="286" r:id="rId31"/>
    <p:sldId id="285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F0CACFE-6257-4021-9720-08C7895DC469}">
          <p14:sldIdLst>
            <p14:sldId id="256"/>
            <p14:sldId id="300"/>
            <p14:sldId id="276"/>
            <p14:sldId id="259"/>
            <p14:sldId id="287"/>
            <p14:sldId id="27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1"/>
            <p14:sldId id="302"/>
            <p14:sldId id="303"/>
            <p14:sldId id="304"/>
            <p14:sldId id="280"/>
            <p14:sldId id="281"/>
            <p14:sldId id="278"/>
            <p14:sldId id="282"/>
            <p14:sldId id="283"/>
            <p14:sldId id="284"/>
            <p14:sldId id="279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5CF1E-E690-DF07-688F-1128C3843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6BE41D-41FA-84F7-9BA8-0DABAD3A1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A27442-88A2-A1BA-05D5-C9795D62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09D587-FBF5-E961-5BF7-70277690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C8EB12-96DE-0664-1C74-828591D7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39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A365-D851-0E78-DFE3-38F34BC9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70B9D-E11D-0D70-3EE8-7A16CA016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AA310-CD0F-2195-DCA0-4F1EFBD1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907B0-FAE9-CF3E-3D6A-C82A2C95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80B03-0265-5384-A607-B8FE3450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24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19BFA-4C91-0378-FD8E-B2587199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0AF78E-A3E6-E0BF-5B65-55B145A5F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97B025-5D67-00EA-7856-6F6D420E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DEDD64-5C3B-C993-5B47-4F649A8D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D567ED-96C7-F8DF-D782-CFD22908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5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2F7FE-E022-226E-9D85-7B42E882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206257-F8AE-BED6-FA23-68CA5CA15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FCD434-C10A-EB9D-6B87-728C8DDB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672FEB-6A9D-60BB-ED60-7E7A70F8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8CDF35-7C84-BC97-6A78-CA263383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A3A54A-4A16-5B25-3965-12B1A62A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32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19CA8-9E23-9906-69EB-55EAEEDC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9AEF9E-3A43-BCFA-A471-CA8D70C6A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B531E0-7778-66CA-A18D-4FB005BB7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FA9047-BD20-6B5C-AB63-6927A3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6A9DF3-013E-0299-60E0-28D0F83A6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CBCE02A-A831-B32C-303B-B36509B3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BD8227-2B67-23B6-FAF5-6996F49E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9179C6-ECD7-087F-0B5A-8964AFC5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61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FB901-78C6-1AA1-5345-34F1D41B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FAC21B-F9CF-2DD4-3312-87CD86B4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21BA6C-520F-BF00-E9F7-A885FFCC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4D9EDB-D47D-3B3A-9C0F-A8B751C6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03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C583B8-CA8F-2836-CF72-7ABAB192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208ED2-09BC-AA63-3C98-BA1725D8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9026D5-D130-D1D4-CDE4-AD997290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14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BBB13-2C6A-F86A-E72D-AC8E96B5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D0A4E2-321D-3270-7AE9-DD9C39CCA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ECC18B-EFAC-4C57-6B01-DABCE3948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3DB96C-DAEB-E2F4-96EE-86F84793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B3806A-DDC1-EE14-6848-FE259487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1840FA-7F52-710A-F6FD-A8809C69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13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C5313-968E-528C-B6C6-B8A10888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9533219-C2DB-D62A-4527-2C5062270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2B5BD0-93BB-A682-67DE-9A1457A94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7F3F33-D4F3-E9A0-915D-D26AA750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BA7F70-940A-37E6-13B3-A5C1F342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6303FE-3F5C-134F-2489-42511A91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88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30487-B97C-7422-0C1A-6FB2D75D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88CE1A-822D-B769-2F54-7ED397CF6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27846A-1E74-26D4-C4F9-BB359E2E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E18365-96D8-96AA-68C1-0D5CE84CF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163AB9-9A5B-BFEB-C513-1F8B265F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48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269106-1825-63C9-B88C-654D054EA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C0B571-675F-4B25-FEC8-91923495D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D3CBD-FF5A-E23C-1337-A4ACEF29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E77ECF-1375-1FCB-BDB9-4C0E7AF6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C73DFA-1445-8DAA-5E06-766DA1FB3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84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56DD5E-FA03-1061-B278-06F2EC36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CDB996-ADA0-F6B1-3201-6A4760110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092ACF-4D20-3116-DD9C-F2C6224B9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821A2-3266-4809-8038-3AC1F2C890D4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F0DA4F-1A89-8330-5799-B3D8029A8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DED191-BAE1-517F-A0D0-D612F705B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50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1939A-733A-4EFA-F43C-82D4BED2A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Calibre"/>
                <a:cs typeface="Pixelmax" pitchFamily="50" charset="0"/>
              </a:rPr>
              <a:t>CARMESIM QUEST</a:t>
            </a:r>
            <a:br>
              <a:rPr lang="pt-BR" dirty="0">
                <a:latin typeface="Calibre"/>
                <a:cs typeface="Pixelmax" pitchFamily="50" charset="0"/>
              </a:rPr>
            </a:br>
            <a:r>
              <a:rPr lang="pt-BR" dirty="0">
                <a:latin typeface="Calibre"/>
                <a:cs typeface="Pixelmax" pitchFamily="50" charset="0"/>
              </a:rPr>
              <a:t>AVANÇOS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5675C3-7DB3-EE7D-4CD3-FA6C4CE7BE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pt-BR" dirty="0">
                <a:latin typeface="Pixelmax" pitchFamily="50" charset="0"/>
                <a:cs typeface="Pixelmax" pitchFamily="50" charset="0"/>
              </a:rPr>
              <a:t>MEMBROS DO GRUPO:</a:t>
            </a:r>
          </a:p>
          <a:p>
            <a:pPr algn="l"/>
            <a:r>
              <a:rPr lang="pt-BR" dirty="0">
                <a:latin typeface="Pixelmax" pitchFamily="50" charset="0"/>
                <a:cs typeface="Pixelmax" pitchFamily="50" charset="0"/>
              </a:rPr>
              <a:t>*Davi </a:t>
            </a:r>
          </a:p>
          <a:p>
            <a:pPr algn="l"/>
            <a:r>
              <a:rPr lang="pt-BR" dirty="0">
                <a:latin typeface="Pixelmax" pitchFamily="50" charset="0"/>
                <a:cs typeface="Pixelmax" pitchFamily="50" charset="0"/>
              </a:rPr>
              <a:t>*Breno</a:t>
            </a:r>
          </a:p>
        </p:txBody>
      </p:sp>
    </p:spTree>
    <p:extLst>
      <p:ext uri="{BB962C8B-B14F-4D97-AF65-F5344CB8AC3E}">
        <p14:creationId xmlns:p14="http://schemas.microsoft.com/office/powerpoint/2010/main" val="41830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07594-DC75-96F8-3DE0-3A63DDAD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*Objetivo desses avanços*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934938-EFA7-E69B-07CB-9E7B47698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6000" dirty="0"/>
              <a:t>Facilitar nos avanços futuros do jogo criando funções, tipos e estruturas.</a:t>
            </a:r>
          </a:p>
          <a:p>
            <a:r>
              <a:rPr lang="pt-BR" sz="6000" dirty="0"/>
              <a:t>Limpar o código e deixar ele mais legível</a:t>
            </a:r>
          </a:p>
          <a:p>
            <a:r>
              <a:rPr lang="pt-BR" sz="6000" dirty="0"/>
              <a:t>Adição de novas regiões do jogo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9657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A8E3D-D2FB-3E69-3AE4-5ED2E53D0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latin typeface="Pixelmax" pitchFamily="50" charset="0"/>
                <a:cs typeface="Pixelmax" pitchFamily="50" charset="0"/>
              </a:rPr>
              <a:t>Resumo do que mudou: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10220F-691E-CA8B-5C0F-D2CECBCC7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sz="4400" dirty="0"/>
              <a:t>**Lista encadeada de textos</a:t>
            </a:r>
          </a:p>
          <a:p>
            <a:pPr marL="0" indent="0">
              <a:buNone/>
            </a:pPr>
            <a:endParaRPr lang="pt-BR" sz="4400" dirty="0"/>
          </a:p>
          <a:p>
            <a:pPr marL="0" indent="0">
              <a:buNone/>
            </a:pPr>
            <a:r>
              <a:rPr lang="pt-BR" sz="4400" dirty="0"/>
              <a:t>**Funções para definir a visibilidade de textos e imagens</a:t>
            </a:r>
          </a:p>
          <a:p>
            <a:pPr marL="0" indent="0">
              <a:buNone/>
            </a:pPr>
            <a:endParaRPr lang="pt-BR" sz="4400" dirty="0"/>
          </a:p>
          <a:p>
            <a:pPr marL="0" indent="0">
              <a:buNone/>
            </a:pPr>
            <a:r>
              <a:rPr lang="pt-BR" sz="4400" dirty="0"/>
              <a:t>**Funções para adicionar botões</a:t>
            </a:r>
          </a:p>
          <a:p>
            <a:pPr marL="0" indent="0">
              <a:buNone/>
            </a:pPr>
            <a:endParaRPr lang="pt-BR" sz="4400" dirty="0"/>
          </a:p>
          <a:p>
            <a:pPr marL="0" indent="0">
              <a:buNone/>
            </a:pPr>
            <a:r>
              <a:rPr lang="pt-BR" sz="4400" dirty="0"/>
              <a:t>**Funções para mudar os estados do jogo</a:t>
            </a:r>
          </a:p>
          <a:p>
            <a:pPr marL="0" indent="0">
              <a:buNone/>
            </a:pP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504603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7BCFCAF-FDDA-871E-4069-1138ADE9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*Definindo os tipos para a lista encadeada*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C1CAE30-BB80-3ED3-98CE-FB30B3AF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69" y="1379095"/>
            <a:ext cx="11182661" cy="535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88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A51C1-B7CB-22E5-D017-9A202A7B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1E603C3-9C79-B1AC-1067-A28B9973B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*Iniciando a lista encadeada*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754E2C-B484-5A66-2D66-F777E1A00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9241"/>
            <a:ext cx="12192000" cy="287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D57BF-CF0B-B785-F265-EEAD9844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E9245B30-AAB7-7150-EB44-72EF185A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*Função para renderizar texto por nome*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824ECE-D315-1D12-DB7A-AB6F475B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8978"/>
            <a:ext cx="12192000" cy="355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16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3EAF3-BAB0-8B3B-965E-2F49FF1A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pt-BR" b="1" dirty="0"/>
              <a:t>Funções para definir a visibilidade dos textos e da imagens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A30FF6-5DEA-F8B8-1E17-2464A114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2875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D0A3E-681C-1A20-4305-60D0565F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*Definir visibilidade das imagens*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184103-4823-AE57-4517-E4B5DE407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0570"/>
            <a:ext cx="12192000" cy="448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2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BA071-3C50-5DB4-2ED3-8B1DBE90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C682A-582A-B4E7-47DA-07BB59BA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*Definir visibilidade das imagens*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74E65C-4E47-23B4-0FBF-E3432C49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3625"/>
            <a:ext cx="12192000" cy="441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04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F45F7-EEDD-5356-106A-59F3DE96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138F6-5F00-A8D1-9F1E-A539C854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*Definir visibilidade das imagens*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6B9408-A00A-F4AA-5FEC-DEB1F70F2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1355"/>
            <a:ext cx="12192000" cy="358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8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A9234-ED9B-FE23-422A-588F0EF1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*Definir a visibilidade dos textos*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D62215-546B-5ACB-71A3-B664F272D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1141"/>
            <a:ext cx="12192000" cy="38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82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0EBFF-1039-774E-978D-9E708FC8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15D1E-F10B-E99D-157E-DB340FFA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*Definir a visibilidade dos textos*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A1B52D-AEF2-5B8F-7C1F-CF3EB625A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334725"/>
            <a:ext cx="12191999" cy="358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25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CADF4-F414-53A3-E57A-7FF3F3CDB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12E0B-C72E-2734-900B-7A66D99E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*Definir a visibilidade dos textos*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DA3D5C-6C92-2ED0-485D-DB56838EB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40892"/>
            <a:ext cx="12191999" cy="405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10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B2D4329-3A9B-45B9-2435-E46B5696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pt-BR" b="1" dirty="0"/>
              <a:t>Funções de botões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08EA53-89F5-BA3E-8E28-5D3E6456C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5033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0C562D6-C767-FE5E-B9EB-713E3655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*definido o tipo de Botão*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60065AD-4F5D-5C00-68C1-2C6FD6204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24" y="1690688"/>
            <a:ext cx="10133351" cy="403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48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0FA06-D828-6658-3367-C3594442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213C94C-1A1D-4597-4EBB-D2702BA9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*Função para criar botões*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05B58E4-A4A5-92F8-4E42-A9C5918BB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8283"/>
            <a:ext cx="12192000" cy="33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17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38AA67F-6E5A-6627-74D1-47B70C69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*Função para auxiliar no clique do botão*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5429E8-8672-8518-F5C0-5B9997C9A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395945"/>
            <a:ext cx="12191999" cy="309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80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81725-266F-A680-B1B4-B9A44183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*Função para renderizar os botões*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4E0FB6-CEA3-D462-2366-5EE5CE9FA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6208"/>
            <a:ext cx="12192000" cy="461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70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0E7EDCA-DDA9-3B12-6DF4-84C234D80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pt-BR" b="1" dirty="0"/>
              <a:t>Funções para mudar o estado do jogo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20CAD5-2547-0A51-B012-D9B4541F8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817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7775F4E-A5A5-ECCA-DC7D-141E89E9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4791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*Exemplo de função para carregar a vila*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30A5497-890B-E92E-3946-D184E933E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1683"/>
            <a:ext cx="12192000" cy="293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6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C6337-E5F3-C1C0-3375-F0D7FDD4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*desativar o estado atual*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45AF57-BD71-7505-95ED-92D706486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1009"/>
            <a:ext cx="12192000" cy="352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62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72FD5-59AC-5F71-D42A-B79F7DA7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9039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*Função de mudar de estado(apenas um pedaço dela)*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CB10A3-15F2-CCAE-F983-1DAB61D0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7335"/>
            <a:ext cx="12191999" cy="479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06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C5A87-E767-7ED6-BF05-252F41A3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8147A904-9545-12C1-A2B3-225A6F5A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*Criação de novas telas*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3AECF4F-D401-DB33-2B2F-74ADB46D2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98" y="963119"/>
            <a:ext cx="3878705" cy="258580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77C6F01-C861-E11C-5D46-2BDDE6452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038" y="971147"/>
            <a:ext cx="3716394" cy="25777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AB4CC12-E68E-C0DF-667E-AFE66D0EB6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99" y="3702571"/>
            <a:ext cx="3878704" cy="30355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5D91D36-444C-E147-64CC-00802EBB13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250" y="3797300"/>
            <a:ext cx="3716394" cy="294077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790FFA8-F283-2597-E861-7BC5D7891B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525" y="963119"/>
            <a:ext cx="3482091" cy="258580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80C9DE5-9EAC-54F1-DDE8-D585F003E8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525" y="3702571"/>
            <a:ext cx="3482091" cy="303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88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FF59F-4E67-57AE-58E6-9DFE2D92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8E8D0D14-715D-2D6D-56C4-55837B91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*Implementação de novos Estados*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7451C71-493C-1F20-52D0-08D7D3110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62" y="1019332"/>
            <a:ext cx="10229538" cy="557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9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B5788-2D86-F5FD-D90D-6498372A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EE36A8B3-A0FF-3772-E5D0-EC6105DA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*Planície*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26E890-4748-F589-6059-61D11AA5A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03" y="1678898"/>
            <a:ext cx="11664593" cy="463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81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303B5-06E4-8692-B474-5ECDDAAA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*Pântano*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47A309-DF64-99AB-64E0-9264FD29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1484026"/>
            <a:ext cx="10515599" cy="50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19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DEC94-DBE3-34CD-FDCB-2396C315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*Estados do Castelo*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F98A21-455F-1566-59F5-4B285D6A3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27" y="1888760"/>
            <a:ext cx="10747946" cy="472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94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B5C3B-DCCF-00F3-327F-5AD79F00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*Estado do primeiro andar(exemplo)*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1317725-55F2-E89A-EBAC-24D7593AC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9016"/>
            <a:ext cx="10515600" cy="499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81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B1D0E-DFDD-6528-7DE8-981E37E7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2460917-1DEF-288D-A268-EFBEF454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206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*implementação do sistema de bússola*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065ECB-8519-7AE2-135E-7F2794E35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665" y="1538625"/>
            <a:ext cx="8124669" cy="495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35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807CA-8522-0A47-87D5-01A1EFEDF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C9084D2C-D78F-5845-A6DF-9F0C94660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50539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*implementação do sistema de bússola(ainda em desenvolvimento)*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6A0CB75-E06B-04A1-A2D5-06EA90CE5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19332"/>
            <a:ext cx="12191998" cy="33577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88B3119-4EF3-E342-8522-D7C99D137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38668"/>
            <a:ext cx="12192000" cy="65420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6791813-8C48-D4F1-B135-FE69A09E0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780794"/>
            <a:ext cx="12192000" cy="65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23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6138475-DB69-7FCA-19D6-A9D644605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9" y="183629"/>
            <a:ext cx="11032761" cy="64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61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Laranja Vermelh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3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4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5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6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7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8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9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0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1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2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3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4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5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6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7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8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9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0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1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2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3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4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5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6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7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8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9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30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</TotalTime>
  <Words>265</Words>
  <Application>Microsoft Office PowerPoint</Application>
  <PresentationFormat>Widescreen</PresentationFormat>
  <Paragraphs>43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Arial</vt:lpstr>
      <vt:lpstr>Calibre</vt:lpstr>
      <vt:lpstr>Calibri</vt:lpstr>
      <vt:lpstr>Calibri Light</vt:lpstr>
      <vt:lpstr>Pixelmax</vt:lpstr>
      <vt:lpstr>Tema do Office</vt:lpstr>
      <vt:lpstr>CARMESIM QUEST AVANÇOS 2</vt:lpstr>
      <vt:lpstr>*Objetivo desses avanços*</vt:lpstr>
      <vt:lpstr>Resumo do que mudou:</vt:lpstr>
      <vt:lpstr>*Definindo os tipos para a lista encadeada*</vt:lpstr>
      <vt:lpstr>*Iniciando a lista encadeada*</vt:lpstr>
      <vt:lpstr>*Função para renderizar texto por nome*</vt:lpstr>
      <vt:lpstr>Funções para definir a visibilidade dos textos e da imagens</vt:lpstr>
      <vt:lpstr>*Definir visibilidade das imagens*</vt:lpstr>
      <vt:lpstr>*Definir visibilidade das imagens*</vt:lpstr>
      <vt:lpstr>*Definir visibilidade das imagens*</vt:lpstr>
      <vt:lpstr>*Definir a visibilidade dos textos*</vt:lpstr>
      <vt:lpstr>*Definir a visibilidade dos textos*</vt:lpstr>
      <vt:lpstr>*Definir a visibilidade dos textos*</vt:lpstr>
      <vt:lpstr>Funções de botões</vt:lpstr>
      <vt:lpstr>*definido o tipo de Botão*</vt:lpstr>
      <vt:lpstr>*Função para criar botões*</vt:lpstr>
      <vt:lpstr>*Função para auxiliar no clique do botão*</vt:lpstr>
      <vt:lpstr>*Função para renderizar os botões*</vt:lpstr>
      <vt:lpstr>Funções para mudar o estado do jogo</vt:lpstr>
      <vt:lpstr>*Exemplo de função para carregar a vila*</vt:lpstr>
      <vt:lpstr>*desativar o estado atual*</vt:lpstr>
      <vt:lpstr>*Função de mudar de estado(apenas um pedaço dela)*</vt:lpstr>
      <vt:lpstr>*Criação de novas telas*</vt:lpstr>
      <vt:lpstr>*Implementação de novos Estados*</vt:lpstr>
      <vt:lpstr>*Planície*</vt:lpstr>
      <vt:lpstr>*Pântano*</vt:lpstr>
      <vt:lpstr>*Estados do Castelo*</vt:lpstr>
      <vt:lpstr>*Estado do primeiro andar(exemplo)*</vt:lpstr>
      <vt:lpstr>*implementação do sistema de bússola* </vt:lpstr>
      <vt:lpstr>*implementação do sistema de bússola(ainda em desenvolvimento)*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de Souza Farias Pikamurchona</dc:creator>
  <cp:lastModifiedBy>Davi de Souza Farias Pikamurchona</cp:lastModifiedBy>
  <cp:revision>9</cp:revision>
  <dcterms:created xsi:type="dcterms:W3CDTF">2025-11-03T17:48:42Z</dcterms:created>
  <dcterms:modified xsi:type="dcterms:W3CDTF">2025-12-01T23:49:39Z</dcterms:modified>
</cp:coreProperties>
</file>