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3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29.jpeg" ContentType="image/jpe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0.jpeg" ContentType="image/jpeg"/>
  <Override PartName="/ppt/media/image15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media/image22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4E9D2E-1C1F-4B7F-A041-06975ACB5A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F43F48-CCE8-4D1C-8966-785250C09A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08938C-FF04-4D1E-A1DD-0CA751DC42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D41E95-A7E9-47A5-9ABD-C572776C93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AF6FD2-D633-433F-B08E-3C42F86DDE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6538A6-4AD6-4601-AAB1-66D1E5C02F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BB858-7CF9-470E-8736-19EFC0286D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DE144-4499-4CD8-9412-42157F5D45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E413C2-AE06-4223-95D4-BDF6727238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AE0142-8E75-4DEE-B7C9-A48F828536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4CD30C-B62C-46D8-ACA6-DC8D497591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BE2A9A-2615-4422-959A-9AB9A864BF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53EF73-5BBD-4B3C-B7F7-E1E5BF7A24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FE094C-4D82-4A8B-ABC9-F2E254C875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20D723-7A77-41C2-9C9A-42412A4E0F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438E95-E9FE-4F91-84BA-50C4848ED1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89B145-9820-4903-8E8C-74503FBEE8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368FCB-62FF-4E32-BDD3-8780F91C7F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D04B2C-59A7-43B1-B3CB-3E8E07DC80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CCE82E-43A5-4A4F-80F1-B2F6BF0F8A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4149C1-2E78-4D7D-B3FB-C0AB420B07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ED146A-151F-415F-BEDD-186733D6E2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3941D8-51C0-4BD5-8690-16D7989D3E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E2843F-F131-4587-B2C4-835A8DC6EB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C1643D2-F90D-4A0B-BCFE-BA4CE5DB78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D9B8664-5BB6-479B-8476-4A0AFA8C6C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E8E88D7-6D4B-45FA-996F-E834B16053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E16843D-F286-4609-B195-71140572C1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BF94211-33F7-419A-9A52-2258080EA6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92D1D75-A635-45C3-A7BD-80A630DAEC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824E890-F649-473B-A75F-39FD8D3D0F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ED108B0-096C-4596-9C0C-724409C4F6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6FA0105-E0B4-40B0-8320-C4194B9496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D4280D-1833-4184-9804-E09B2DDAFA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7627598-3AA4-4195-8C3B-7C3C53A815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DB8AB19-4610-4825-9CEE-693B1B660F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A94AE30-4CBD-461A-A959-61FE622AED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473F043-2971-47F3-B2D6-76A4CE57D2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00F5E78-CA5B-4E5C-8838-C44777A034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E6CDA71-75B4-4D82-8A0D-754285AE04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7DF14D-C2B6-43EC-8F15-B90D1FA00F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795FCA6-9405-4F37-BB58-5F17913EBA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11074D3-7A6A-403A-A402-85A64CA474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79AF0C8-E022-48F9-AC87-06D6896518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18097D4-7261-46A7-B98A-8328397B46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159EDF6-ABC6-4082-87B0-885900E579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3CDF0FF-0236-420A-9BD3-2977674BF9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937E127-BCBC-439C-9832-3C6430210E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rgbClr val="000000"/>
                </a:solidFill>
                <a:latin typeface="Calibri Light"/>
              </a:rPr>
              <a:t>Clique para editar o título Mestre</a:t>
            </a:r>
            <a:endParaRPr b="0" lang="pt-B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 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8D3AE3-9FA1-4201-B92B-BF3B98A06C55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13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Clique para editar o título Mestre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Clique para editar os estilos de texto Mestres</a:t>
            </a: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D10019-B7ED-40FF-9276-3E1D53D23FCF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Clique para editar o título Mestre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23E791-B1E4-4A3A-8FEB-92D6061DDD8C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286357-E94F-4F1D-952C-A2A0DB81F051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2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2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2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2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2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jpeg"/><Relationship Id="rId3" Type="http://schemas.openxmlformats.org/officeDocument/2006/relationships/slideLayout" Target="../slideLayouts/slideLayout3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rgbClr val="000000"/>
                </a:solidFill>
                <a:latin typeface="Calibre"/>
              </a:rPr>
              <a:t>CARMESIM QUEST</a:t>
            </a:r>
            <a:br>
              <a:rPr sz="6000"/>
            </a:br>
            <a:r>
              <a:rPr b="0" lang="pt-BR" sz="6000" spc="-1" strike="noStrike">
                <a:solidFill>
                  <a:srgbClr val="000000"/>
                </a:solidFill>
                <a:latin typeface="Calibre"/>
              </a:rPr>
              <a:t>Avanços FINAIS</a:t>
            </a:r>
            <a:endParaRPr b="0" lang="pt-B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Pixelmax"/>
              </a:rPr>
              <a:t>MEMBROS DO GRUPO: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Pixelmax"/>
              </a:rPr>
              <a:t>*Davi 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Pixelmax"/>
              </a:rPr>
              <a:t>*Breno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pt-BR" sz="6000" spc="-1" strike="noStrike">
                <a:solidFill>
                  <a:srgbClr val="000000"/>
                </a:solidFill>
                <a:latin typeface="Calibri Light"/>
              </a:rPr>
              <a:t>*Objetivos alcançados*</a:t>
            </a:r>
            <a:endParaRPr b="0" lang="pt-B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Ter um sistema de batalhas funcional/que fosse aberto a melhorias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Ter um sistema de itens simples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Dar liberdade de status ao jogador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Adicionar as regiões do jogo e os inimigos(mesmo que não funcione ainda)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</a:rPr>
              <a:t>*Status iniciais*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000" spc="-1" strike="noStrike">
                <a:solidFill>
                  <a:srgbClr val="000000"/>
                </a:solidFill>
                <a:latin typeface="Calibri"/>
              </a:rPr>
              <a:t>Antes do jogo começar o jogador precisa usar todos os 6 pontos de status para poder prosseguir no jogo</a:t>
            </a:r>
            <a:endParaRPr b="0" lang="pt-BR" sz="4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000" spc="-1" strike="noStrike">
                <a:solidFill>
                  <a:srgbClr val="000000"/>
                </a:solidFill>
                <a:latin typeface="Calibri"/>
              </a:rPr>
              <a:t>A escolha de onde adicionar esses pontos é livre e baseada inteiramente na decisão do jogador</a:t>
            </a:r>
            <a:endParaRPr b="0" lang="pt-BR" sz="4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000" spc="-1" strike="noStrike">
                <a:solidFill>
                  <a:srgbClr val="000000"/>
                </a:solidFill>
                <a:latin typeface="Calibri"/>
              </a:rPr>
              <a:t>O valor base para cada status é 1</a:t>
            </a:r>
            <a:endParaRPr b="0" lang="pt-BR" sz="4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</a:rPr>
              <a:t>*Códigos mais interessantes*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1" name="Imagem 5" descr="Texto"/>
          <p:cNvPicPr/>
          <p:nvPr/>
        </p:nvPicPr>
        <p:blipFill>
          <a:blip r:embed="rId1"/>
          <a:stretch/>
        </p:blipFill>
        <p:spPr>
          <a:xfrm>
            <a:off x="0" y="1480680"/>
            <a:ext cx="12191760" cy="476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Imagem 3" descr="Texto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0" y="359640"/>
            <a:ext cx="12191760" cy="605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</a:rPr>
              <a:t>*Itens*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Adicionamos um sistema de que podem ser consumíveis e armas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As armas possuem interações com os status do jogador e futuramente podem ter habilidades também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O jogador também pode escolher um entre três itens  antes de iniciar o jogo e cada um deles interage com algum dos status do jogo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</a:rPr>
              <a:t>*Códigos mais interessantes*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6" name="Imagem 4" descr="Texto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0" y="1409040"/>
            <a:ext cx="12191760" cy="508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</a:rPr>
              <a:t>*Códigos mais interessantes*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8" name="Imagem 3" descr="Texto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0" y="1690560"/>
            <a:ext cx="12191760" cy="45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</a:rPr>
              <a:t>*Sistema de batalha*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0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Sistemas de batalhas melhorado, porém está presente apenas na arena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Futuramente, cada região terá inimigos próprios e sub chefes com mecânicas próprias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4400" spc="-1" strike="noStrike">
                <a:solidFill>
                  <a:srgbClr val="000000"/>
                </a:solidFill>
                <a:latin typeface="Calibri"/>
              </a:rPr>
              <a:t>Mecânicas das armas: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rgbClr val="000000"/>
                </a:solidFill>
                <a:latin typeface="Wingdings"/>
              </a:rPr>
              <a:t></a:t>
            </a:r>
            <a:r>
              <a:rPr b="1" lang="pt-BR" sz="3600" spc="-1" strike="noStrike">
                <a:solidFill>
                  <a:srgbClr val="000000"/>
                </a:solidFill>
                <a:latin typeface="Calibri"/>
              </a:rPr>
              <a:t>Força pura: armas que se baseiam apenas na no atributo força do personagem. Geralmente com alto dano base, mas alta maestria também</a:t>
            </a:r>
            <a:endParaRPr b="0" lang="pt-BR" sz="36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rgbClr val="000000"/>
                </a:solidFill>
                <a:latin typeface="Wingdings"/>
              </a:rPr>
              <a:t></a:t>
            </a:r>
            <a:r>
              <a:rPr b="1" lang="pt-BR" sz="3600" spc="-1" strike="noStrike">
                <a:solidFill>
                  <a:srgbClr val="000000"/>
                </a:solidFill>
                <a:latin typeface="Calibri"/>
              </a:rPr>
              <a:t>Destreza: Armas que se baseiam dar vários hits em um mesmo turno. Geralmente possuem baixo dano base, mas também uma baixa maestria.</a:t>
            </a:r>
            <a:endParaRPr b="0" lang="pt-BR" sz="36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rgbClr val="000000"/>
                </a:solidFill>
                <a:latin typeface="Wingdings"/>
              </a:rPr>
              <a:t></a:t>
            </a:r>
            <a:r>
              <a:rPr b="1" lang="pt-BR" sz="3600" spc="-1" strike="noStrike">
                <a:solidFill>
                  <a:srgbClr val="000000"/>
                </a:solidFill>
                <a:latin typeface="Calibri"/>
              </a:rPr>
              <a:t>Magia: Danos inteiramente baseados na inteligência do jogador</a:t>
            </a:r>
            <a:endParaRPr b="0" lang="pt-BR" sz="36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</a:rPr>
              <a:t>*Código interessante*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2" name="Espaço Reservado para Conteúdo 4" descr="Texto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0" y="1690560"/>
            <a:ext cx="12191760" cy="516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</a:rPr>
              <a:t>*Maquina de estados da parte inicial*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4" name="Imagem 6" descr=""/>
          <p:cNvPicPr/>
          <p:nvPr/>
        </p:nvPicPr>
        <p:blipFill>
          <a:blip r:embed="rId1"/>
          <a:stretch/>
        </p:blipFill>
        <p:spPr>
          <a:xfrm>
            <a:off x="4348440" y="1615320"/>
            <a:ext cx="3494880" cy="524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*Implementação</a:t>
            </a:r>
            <a:r>
              <a:rPr b="0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 </a:t>
            </a: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de novos cenários*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CaixaDeTexto 2"/>
          <p:cNvSpPr/>
          <p:nvPr/>
        </p:nvSpPr>
        <p:spPr>
          <a:xfrm>
            <a:off x="841320" y="1418760"/>
            <a:ext cx="10507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  <a:buNone/>
            </a:pPr>
            <a:endParaRPr b="0" lang="pt-BR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Calibri"/>
              </a:rPr>
              <a:t>Direções Planície: Norte, Sul e Oeste</a:t>
            </a:r>
            <a:endParaRPr b="0" lang="pt-BR" sz="2400" spc="-1" strike="noStrike">
              <a:latin typeface="Arial"/>
            </a:endParaRPr>
          </a:p>
        </p:txBody>
      </p:sp>
      <p:pic>
        <p:nvPicPr>
          <p:cNvPr id="187" name="Imagem 4" descr=""/>
          <p:cNvPicPr/>
          <p:nvPr/>
        </p:nvPicPr>
        <p:blipFill>
          <a:blip r:embed="rId1"/>
          <a:stretch/>
        </p:blipFill>
        <p:spPr>
          <a:xfrm>
            <a:off x="209880" y="2536920"/>
            <a:ext cx="3833640" cy="3771000"/>
          </a:xfrm>
          <a:prstGeom prst="rect">
            <a:avLst/>
          </a:prstGeom>
          <a:ln w="0">
            <a:noFill/>
          </a:ln>
        </p:spPr>
      </p:pic>
      <p:pic>
        <p:nvPicPr>
          <p:cNvPr id="188" name="Imagem 5" descr=""/>
          <p:cNvPicPr/>
          <p:nvPr/>
        </p:nvPicPr>
        <p:blipFill>
          <a:blip r:embed="rId2"/>
          <a:stretch/>
        </p:blipFill>
        <p:spPr>
          <a:xfrm>
            <a:off x="4183920" y="2536920"/>
            <a:ext cx="3833640" cy="3771000"/>
          </a:xfrm>
          <a:prstGeom prst="rect">
            <a:avLst/>
          </a:prstGeom>
          <a:ln w="0">
            <a:noFill/>
          </a:ln>
        </p:spPr>
      </p:pic>
      <p:pic>
        <p:nvPicPr>
          <p:cNvPr id="189" name="Imagem 6" descr=""/>
          <p:cNvPicPr/>
          <p:nvPr/>
        </p:nvPicPr>
        <p:blipFill>
          <a:blip r:embed="rId3"/>
          <a:stretch/>
        </p:blipFill>
        <p:spPr>
          <a:xfrm>
            <a:off x="8205840" y="2536920"/>
            <a:ext cx="3833640" cy="377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*Adição</a:t>
            </a:r>
            <a:r>
              <a:rPr b="0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 </a:t>
            </a: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de novos cenários*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CaixaDeTexto 3"/>
          <p:cNvSpPr/>
          <p:nvPr/>
        </p:nvSpPr>
        <p:spPr>
          <a:xfrm>
            <a:off x="835560" y="1843200"/>
            <a:ext cx="713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Calibri"/>
              </a:rPr>
              <a:t>Direções Pântano: Norte, Sul e Oeste</a:t>
            </a:r>
            <a:endParaRPr b="0" lang="pt-BR" sz="2400" spc="-1" strike="noStrike">
              <a:latin typeface="Arial"/>
            </a:endParaRPr>
          </a:p>
        </p:txBody>
      </p:sp>
      <p:pic>
        <p:nvPicPr>
          <p:cNvPr id="192" name="Imagem 4" descr=""/>
          <p:cNvPicPr/>
          <p:nvPr/>
        </p:nvPicPr>
        <p:blipFill>
          <a:blip r:embed="rId1"/>
          <a:stretch/>
        </p:blipFill>
        <p:spPr>
          <a:xfrm>
            <a:off x="4154760" y="2613960"/>
            <a:ext cx="3881880" cy="3877200"/>
          </a:xfrm>
          <a:prstGeom prst="rect">
            <a:avLst/>
          </a:prstGeom>
          <a:ln w="0">
            <a:noFill/>
          </a:ln>
        </p:spPr>
      </p:pic>
      <p:pic>
        <p:nvPicPr>
          <p:cNvPr id="193" name="Imagem 5" descr=""/>
          <p:cNvPicPr/>
          <p:nvPr/>
        </p:nvPicPr>
        <p:blipFill>
          <a:blip r:embed="rId2"/>
          <a:stretch/>
        </p:blipFill>
        <p:spPr>
          <a:xfrm>
            <a:off x="8148240" y="2613960"/>
            <a:ext cx="3881880" cy="3877200"/>
          </a:xfrm>
          <a:prstGeom prst="rect">
            <a:avLst/>
          </a:prstGeom>
          <a:ln w="0">
            <a:noFill/>
          </a:ln>
        </p:spPr>
      </p:pic>
      <p:pic>
        <p:nvPicPr>
          <p:cNvPr id="194" name="" descr=""/>
          <p:cNvPicPr/>
          <p:nvPr/>
        </p:nvPicPr>
        <p:blipFill>
          <a:blip r:embed="rId3"/>
          <a:stretch/>
        </p:blipFill>
        <p:spPr>
          <a:xfrm>
            <a:off x="180000" y="2625120"/>
            <a:ext cx="3780000" cy="386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*Adição</a:t>
            </a:r>
            <a:r>
              <a:rPr b="0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 </a:t>
            </a: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de novos cenários*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CaixaDeTexto 2"/>
          <p:cNvSpPr/>
          <p:nvPr/>
        </p:nvSpPr>
        <p:spPr>
          <a:xfrm>
            <a:off x="839520" y="1843200"/>
            <a:ext cx="878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Calibri"/>
              </a:rPr>
              <a:t>Boss Direções Planície: Norte, Sul e Oeste</a:t>
            </a:r>
            <a:endParaRPr b="0" lang="pt-BR" sz="2400" spc="-1" strike="noStrike">
              <a:latin typeface="Arial"/>
            </a:endParaRPr>
          </a:p>
        </p:txBody>
      </p:sp>
      <p:pic>
        <p:nvPicPr>
          <p:cNvPr id="197" name="Imagem 3" descr="Uma imagem contendo escuro, olhando, luz, vista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8148240" y="2613960"/>
            <a:ext cx="3891600" cy="3877200"/>
          </a:xfrm>
          <a:prstGeom prst="rect">
            <a:avLst/>
          </a:prstGeom>
          <a:ln w="0">
            <a:noFill/>
          </a:ln>
        </p:spPr>
      </p:pic>
      <p:pic>
        <p:nvPicPr>
          <p:cNvPr id="198" name="Imagem 4" descr=""/>
          <p:cNvPicPr/>
          <p:nvPr/>
        </p:nvPicPr>
        <p:blipFill>
          <a:blip r:embed="rId2"/>
          <a:stretch/>
        </p:blipFill>
        <p:spPr>
          <a:xfrm>
            <a:off x="4154760" y="2613960"/>
            <a:ext cx="3891600" cy="3877200"/>
          </a:xfrm>
          <a:prstGeom prst="rect">
            <a:avLst/>
          </a:prstGeom>
          <a:ln w="0">
            <a:noFill/>
          </a:ln>
        </p:spPr>
      </p:pic>
      <p:pic>
        <p:nvPicPr>
          <p:cNvPr id="199" name="Imagem 5" descr=""/>
          <p:cNvPicPr/>
          <p:nvPr/>
        </p:nvPicPr>
        <p:blipFill>
          <a:blip r:embed="rId3"/>
          <a:stretch/>
        </p:blipFill>
        <p:spPr>
          <a:xfrm>
            <a:off x="113400" y="2613960"/>
            <a:ext cx="3939840" cy="387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*Adição</a:t>
            </a:r>
            <a:r>
              <a:rPr b="0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 </a:t>
            </a: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de novos cenários*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CaixaDeTexto 3"/>
          <p:cNvSpPr/>
          <p:nvPr/>
        </p:nvSpPr>
        <p:spPr>
          <a:xfrm>
            <a:off x="835200" y="1847520"/>
            <a:ext cx="883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Calibri"/>
              </a:rPr>
              <a:t>Boss Direções Pântano: Norte, Sul e Oeste</a:t>
            </a:r>
            <a:endParaRPr b="0" lang="pt-BR" sz="2400" spc="-1" strike="noStrike">
              <a:latin typeface="Arial"/>
            </a:endParaRPr>
          </a:p>
        </p:txBody>
      </p:sp>
      <p:pic>
        <p:nvPicPr>
          <p:cNvPr id="202" name="Imagem 4" descr="Foto preta e branca de uma casa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4177800" y="2808000"/>
            <a:ext cx="3898440" cy="3819960"/>
          </a:xfrm>
          <a:prstGeom prst="rect">
            <a:avLst/>
          </a:prstGeom>
          <a:ln w="0">
            <a:noFill/>
          </a:ln>
        </p:spPr>
      </p:pic>
      <p:pic>
        <p:nvPicPr>
          <p:cNvPr id="203" name="Imagem 5" descr=""/>
          <p:cNvPicPr/>
          <p:nvPr/>
        </p:nvPicPr>
        <p:blipFill>
          <a:blip r:embed="rId2"/>
          <a:stretch/>
        </p:blipFill>
        <p:spPr>
          <a:xfrm>
            <a:off x="8207280" y="2808000"/>
            <a:ext cx="3898440" cy="3819960"/>
          </a:xfrm>
          <a:prstGeom prst="rect">
            <a:avLst/>
          </a:prstGeom>
          <a:ln w="0">
            <a:noFill/>
          </a:ln>
        </p:spPr>
      </p:pic>
      <p:pic>
        <p:nvPicPr>
          <p:cNvPr id="204" name="Imagem 6" descr="Lago com árvores em volta&#10;&#10;O conteúdo gerado por IA pode estar incorreto."/>
          <p:cNvPicPr/>
          <p:nvPr/>
        </p:nvPicPr>
        <p:blipFill>
          <a:blip r:embed="rId3"/>
          <a:stretch/>
        </p:blipFill>
        <p:spPr>
          <a:xfrm>
            <a:off x="148680" y="2808000"/>
            <a:ext cx="3898440" cy="381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*Adição</a:t>
            </a:r>
            <a:r>
              <a:rPr b="0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 </a:t>
            </a: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dos Bosses*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CaixaDeTexto 2"/>
          <p:cNvSpPr/>
          <p:nvPr/>
        </p:nvSpPr>
        <p:spPr>
          <a:xfrm>
            <a:off x="839160" y="1206360"/>
            <a:ext cx="860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Calibri"/>
              </a:rPr>
              <a:t>Boss Pântano e Planície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207" name="Imagem 3" descr=""/>
          <p:cNvPicPr/>
          <p:nvPr/>
        </p:nvPicPr>
        <p:blipFill>
          <a:blip r:embed="rId1"/>
          <a:stretch/>
        </p:blipFill>
        <p:spPr>
          <a:xfrm>
            <a:off x="0" y="1581840"/>
            <a:ext cx="3472200" cy="2729160"/>
          </a:xfrm>
          <a:prstGeom prst="rect">
            <a:avLst/>
          </a:prstGeom>
          <a:ln w="0">
            <a:noFill/>
          </a:ln>
        </p:spPr>
      </p:pic>
      <p:pic>
        <p:nvPicPr>
          <p:cNvPr id="208" name="Imagem 4" descr=""/>
          <p:cNvPicPr/>
          <p:nvPr/>
        </p:nvPicPr>
        <p:blipFill>
          <a:blip r:embed="rId2"/>
          <a:stretch/>
        </p:blipFill>
        <p:spPr>
          <a:xfrm>
            <a:off x="3626640" y="1720440"/>
            <a:ext cx="3751920" cy="2517120"/>
          </a:xfrm>
          <a:prstGeom prst="rect">
            <a:avLst/>
          </a:prstGeom>
          <a:ln w="0">
            <a:noFill/>
          </a:ln>
        </p:spPr>
      </p:pic>
      <p:pic>
        <p:nvPicPr>
          <p:cNvPr id="209" name="Imagem 5" descr=""/>
          <p:cNvPicPr/>
          <p:nvPr/>
        </p:nvPicPr>
        <p:blipFill>
          <a:blip r:embed="rId3"/>
          <a:stretch/>
        </p:blipFill>
        <p:spPr>
          <a:xfrm>
            <a:off x="7378920" y="1794240"/>
            <a:ext cx="4571640" cy="2517120"/>
          </a:xfrm>
          <a:prstGeom prst="rect">
            <a:avLst/>
          </a:prstGeom>
          <a:ln w="0">
            <a:noFill/>
          </a:ln>
        </p:spPr>
      </p:pic>
      <p:pic>
        <p:nvPicPr>
          <p:cNvPr id="210" name="Imagem 6" descr=""/>
          <p:cNvPicPr/>
          <p:nvPr/>
        </p:nvPicPr>
        <p:blipFill>
          <a:blip r:embed="rId4"/>
          <a:stretch/>
        </p:blipFill>
        <p:spPr>
          <a:xfrm>
            <a:off x="0" y="3539880"/>
            <a:ext cx="4571640" cy="3317760"/>
          </a:xfrm>
          <a:prstGeom prst="rect">
            <a:avLst/>
          </a:prstGeom>
          <a:ln w="0">
            <a:noFill/>
          </a:ln>
        </p:spPr>
      </p:pic>
      <p:pic>
        <p:nvPicPr>
          <p:cNvPr id="211" name="Imagem 7" descr=""/>
          <p:cNvPicPr/>
          <p:nvPr/>
        </p:nvPicPr>
        <p:blipFill>
          <a:blip r:embed="rId5"/>
          <a:stretch/>
        </p:blipFill>
        <p:spPr>
          <a:xfrm>
            <a:off x="3809880" y="3428640"/>
            <a:ext cx="4571640" cy="3954960"/>
          </a:xfrm>
          <a:prstGeom prst="rect">
            <a:avLst/>
          </a:prstGeom>
          <a:ln w="0">
            <a:noFill/>
          </a:ln>
        </p:spPr>
      </p:pic>
      <p:pic>
        <p:nvPicPr>
          <p:cNvPr id="212" name="Imagem 8" descr=""/>
          <p:cNvPicPr/>
          <p:nvPr/>
        </p:nvPicPr>
        <p:blipFill>
          <a:blip r:embed="rId6"/>
          <a:stretch/>
        </p:blipFill>
        <p:spPr>
          <a:xfrm>
            <a:off x="7374240" y="3981960"/>
            <a:ext cx="4915800" cy="324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pt-BR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*Criação do Fade In e do Fade Out*</a:t>
            </a:r>
            <a:endParaRPr b="0" lang="pt-B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CaixaDeTexto 3"/>
          <p:cNvSpPr/>
          <p:nvPr/>
        </p:nvSpPr>
        <p:spPr>
          <a:xfrm>
            <a:off x="835920" y="2077200"/>
            <a:ext cx="10522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Calibri"/>
              </a:rPr>
              <a:t>Anteriormente, a transição de tela ocorria apenas com a troca do cenário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Calibri"/>
              </a:rPr>
              <a:t>Agora, existe uma animação em que a tela escurece (Fade Out), e posteriormente clareia (Fade In)</a:t>
            </a:r>
            <a:endParaRPr b="0" lang="pt-BR" sz="2400" spc="-1" strike="noStrike">
              <a:latin typeface="Arial"/>
            </a:endParaRPr>
          </a:p>
        </p:txBody>
      </p:sp>
      <p:pic>
        <p:nvPicPr>
          <p:cNvPr id="215" name="Imagem 2" descr="Interface gráfica do usuário&#10;&#10;O conteúdo gerado por IA pode estar incorreto."/>
          <p:cNvPicPr/>
          <p:nvPr/>
        </p:nvPicPr>
        <p:blipFill>
          <a:blip r:embed="rId1"/>
          <a:srcRect l="0" t="27153" r="85252" b="67160"/>
          <a:stretch/>
        </p:blipFill>
        <p:spPr>
          <a:xfrm>
            <a:off x="308520" y="4650480"/>
            <a:ext cx="4774320" cy="1574640"/>
          </a:xfrm>
          <a:prstGeom prst="rect">
            <a:avLst/>
          </a:prstGeom>
          <a:ln w="0">
            <a:noFill/>
          </a:ln>
        </p:spPr>
      </p:pic>
      <p:pic>
        <p:nvPicPr>
          <p:cNvPr id="216" name="Imagem 4" descr="Interface gráfica do usuário&#10;&#10;O conteúdo gerado por IA pode estar incorreto."/>
          <p:cNvPicPr/>
          <p:nvPr/>
        </p:nvPicPr>
        <p:blipFill>
          <a:blip r:embed="rId2"/>
          <a:srcRect l="5537" t="67500" r="68821" b="20952"/>
          <a:stretch/>
        </p:blipFill>
        <p:spPr>
          <a:xfrm>
            <a:off x="5507640" y="4224600"/>
            <a:ext cx="6587640" cy="243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70520" y="-16808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8" name="Imagem 2" descr=""/>
          <p:cNvPicPr/>
          <p:nvPr/>
        </p:nvPicPr>
        <p:blipFill>
          <a:blip r:embed="rId1"/>
          <a:srcRect l="0" t="13260" r="67173" b="9449"/>
          <a:stretch/>
        </p:blipFill>
        <p:spPr>
          <a:xfrm>
            <a:off x="2933280" y="-6095880"/>
            <a:ext cx="7591680" cy="2283120"/>
          </a:xfrm>
          <a:prstGeom prst="rect">
            <a:avLst/>
          </a:prstGeom>
          <a:ln w="0">
            <a:noFill/>
          </a:ln>
        </p:spPr>
      </p:pic>
      <p:pic>
        <p:nvPicPr>
          <p:cNvPr id="219" name="Imagem 3" descr="Interface gráfica do usuário&#10;&#10;O conteúdo gerado por IA pode estar incorreto."/>
          <p:cNvPicPr/>
          <p:nvPr/>
        </p:nvPicPr>
        <p:blipFill>
          <a:blip r:embed="rId2"/>
          <a:srcRect l="0" t="13260" r="70171" b="9753"/>
          <a:stretch/>
        </p:blipFill>
        <p:spPr>
          <a:xfrm>
            <a:off x="2640960" y="73080"/>
            <a:ext cx="6913080" cy="667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Imagem 3" descr=""/>
          <p:cNvPicPr/>
          <p:nvPr/>
        </p:nvPicPr>
        <p:blipFill>
          <a:blip r:embed="rId1"/>
          <a:stretch/>
        </p:blipFill>
        <p:spPr>
          <a:xfrm flipH="1" rot="10800000">
            <a:off x="579600" y="-1759680"/>
            <a:ext cx="11032560" cy="1160280"/>
          </a:xfrm>
          <a:prstGeom prst="rect">
            <a:avLst/>
          </a:prstGeom>
          <a:ln w="0">
            <a:noFill/>
          </a:ln>
        </p:spPr>
      </p:pic>
      <p:pic>
        <p:nvPicPr>
          <p:cNvPr id="221" name="Imagem 1" descr="Uma imagem contendo Diagrama&#10;&#10;O conteúdo gerado por IA pode estar incorreto."/>
          <p:cNvPicPr/>
          <p:nvPr/>
        </p:nvPicPr>
        <p:blipFill>
          <a:blip r:embed="rId2"/>
          <a:srcRect l="25629" t="0" r="23178" b="-143"/>
          <a:stretch/>
        </p:blipFill>
        <p:spPr>
          <a:xfrm>
            <a:off x="0" y="1800"/>
            <a:ext cx="12191760" cy="693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1" lang="pt-BR" sz="8000" spc="-1" strike="noStrike">
                <a:solidFill>
                  <a:srgbClr val="000000"/>
                </a:solidFill>
                <a:latin typeface="Calibri Light"/>
              </a:rPr>
              <a:t>FIM</a:t>
            </a:r>
            <a:endParaRPr b="0" lang="pt-BR" sz="8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</TotalTime>
  <Application>LibreOffice/7.3.7.2$Linux_X86_64 LibreOffice_project/30$Build-2</Application>
  <AppVersion>15.0000</AppVersion>
  <Words>287</Words>
  <Paragraphs>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2025-11-03T17:48:42Z</dcterms:created>
  <dc:creator>Davi de Souza Farias Pikamurchona</dc:creator>
  <dc:description/>
  <dc:language>pt-BR</dc:language>
  <cp:lastModifiedBy/>
  <dcterms:modified xsi:type="dcterms:W3CDTF">2025-12-11T01:41:23Z</dcterms:modified>
  <cp:revision>352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20</vt:i4>
  </property>
</Properties>
</file>