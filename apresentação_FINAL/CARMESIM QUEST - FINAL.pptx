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media/image7.jpg" ContentType="image/jpeg"/>
  <Override PartName="/ppt/theme/themeOverride1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10" r:id="rId12"/>
    <p:sldId id="309" r:id="rId13"/>
    <p:sldId id="285" r:id="rId14"/>
    <p:sldId id="31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F0CACFE-6257-4021-9720-08C7895DC469}">
          <p14:sldIdLst>
            <p14:sldId id="256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10"/>
            <p14:sldId id="309"/>
            <p14:sldId id="285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5CF1E-E690-DF07-688F-1128C3843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6BE41D-41FA-84F7-9BA8-0DABAD3A1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A27442-88A2-A1BA-05D5-C9795D62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09D587-FBF5-E961-5BF7-70277690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C8EB12-96DE-0664-1C74-828591D7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839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A365-D851-0E78-DFE3-38F34BC9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70B9D-E11D-0D70-3EE8-7A16CA016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AA310-CD0F-2195-DCA0-4F1EFBD1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907B0-FAE9-CF3E-3D6A-C82A2C95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80B03-0265-5384-A607-B8FE3450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24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19BFA-4C91-0378-FD8E-B2587199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0AF78E-A3E6-E0BF-5B65-55B145A5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97B025-5D67-00EA-7856-6F6D420E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DEDD64-5C3B-C993-5B47-4F649A8D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D567ED-96C7-F8DF-D782-CFD22908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5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2F7FE-E022-226E-9D85-7B42E882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206257-F8AE-BED6-FA23-68CA5CA15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FCD434-C10A-EB9D-6B87-728C8DDB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672FEB-6A9D-60BB-ED60-7E7A70F8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8CDF35-7C84-BC97-6A78-CA263383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A3A54A-4A16-5B25-3965-12B1A62A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32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19CA8-9E23-9906-69EB-55EAEEDC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9AEF9E-3A43-BCFA-A471-CA8D70C6A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B531E0-7778-66CA-A18D-4FB005BB7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FA9047-BD20-6B5C-AB63-6927A3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66A9DF3-013E-0299-60E0-28D0F83A6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CBCE02A-A831-B32C-303B-B36509B3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BD8227-2B67-23B6-FAF5-6996F49E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9179C6-ECD7-087F-0B5A-8964AFC5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61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FB901-78C6-1AA1-5345-34F1D41B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FAC21B-F9CF-2DD4-3312-87CD86B4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21BA6C-520F-BF00-E9F7-A885FFCC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4D9EDB-D47D-3B3A-9C0F-A8B751C6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03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C583B8-CA8F-2836-CF72-7ABAB192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208ED2-09BC-AA63-3C98-BA1725D8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9026D5-D130-D1D4-CDE4-AD997290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14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BBB13-2C6A-F86A-E72D-AC8E96B5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D0A4E2-321D-3270-7AE9-DD9C39CCA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ECC18B-EFAC-4C57-6B01-DABCE3948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3DB96C-DAEB-E2F4-96EE-86F84793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B3806A-DDC1-EE14-6848-FE259487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1840FA-7F52-710A-F6FD-A8809C69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13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C5313-968E-528C-B6C6-B8A10888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9533219-C2DB-D62A-4527-2C5062270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2B5BD0-93BB-A682-67DE-9A1457A94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7F3F33-D4F3-E9A0-915D-D26AA750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BA7F70-940A-37E6-13B3-A5C1F342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6303FE-3F5C-134F-2489-42511A91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88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30487-B97C-7422-0C1A-6FB2D75D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88CE1A-822D-B769-2F54-7ED397CF6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27846A-1E74-26D4-C4F9-BB359E2E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E18365-96D8-96AA-68C1-0D5CE84CF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163AB9-9A5B-BFEB-C513-1F8B265F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48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269106-1825-63C9-B88C-654D054EA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C0B571-675F-4B25-FEC8-91923495D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D3CBD-FF5A-E23C-1337-A4ACEF29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E77ECF-1375-1FCB-BDB9-4C0E7AF6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C73DFA-1445-8DAA-5E06-766DA1FB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84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56DD5E-FA03-1061-B278-06F2EC3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CDB996-ADA0-F6B1-3201-6A4760110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092ACF-4D20-3116-DD9C-F2C6224B9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821A2-3266-4809-8038-3AC1F2C890D4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F0DA4F-1A89-8330-5799-B3D8029A8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DED191-BAE1-517F-A0D0-D612F705B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EDAF3-DC3F-421B-B6A4-7ECAE7D7D2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50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1939A-733A-4EFA-F43C-82D4BED2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Calibre"/>
                <a:cs typeface="Pixelmax" pitchFamily="50" charset="0"/>
              </a:rPr>
              <a:t>CARMESIM QUEST</a:t>
            </a:r>
            <a:br>
              <a:rPr lang="pt-BR" dirty="0">
                <a:latin typeface="Calibre"/>
                <a:cs typeface="Pixelmax" pitchFamily="50" charset="0"/>
              </a:rPr>
            </a:br>
            <a:r>
              <a:rPr lang="pt-BR" dirty="0">
                <a:latin typeface="Calibre"/>
                <a:cs typeface="Pixelmax" pitchFamily="50" charset="0"/>
              </a:rPr>
              <a:t>Avanços FINAIS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5675C3-7DB3-EE7D-4CD3-FA6C4CE7BE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pt-BR" dirty="0">
                <a:latin typeface="Pixelmax" pitchFamily="50" charset="0"/>
                <a:cs typeface="Pixelmax" pitchFamily="50" charset="0"/>
              </a:rPr>
              <a:t>MEMBROS DO GRUPO:</a:t>
            </a:r>
          </a:p>
          <a:p>
            <a:pPr algn="l"/>
            <a:r>
              <a:rPr lang="pt-BR" dirty="0">
                <a:latin typeface="Pixelmax" pitchFamily="50" charset="0"/>
                <a:cs typeface="Pixelmax" pitchFamily="50" charset="0"/>
              </a:rPr>
              <a:t>*Davi </a:t>
            </a:r>
          </a:p>
          <a:p>
            <a:pPr algn="l"/>
            <a:r>
              <a:rPr lang="pt-BR" dirty="0">
                <a:latin typeface="Pixelmax" pitchFamily="50" charset="0"/>
                <a:cs typeface="Pixelmax" pitchFamily="50" charset="0"/>
              </a:rPr>
              <a:t>*Breno</a:t>
            </a:r>
          </a:p>
        </p:txBody>
      </p:sp>
    </p:spTree>
    <p:extLst>
      <p:ext uri="{BB962C8B-B14F-4D97-AF65-F5344CB8AC3E}">
        <p14:creationId xmlns:p14="http://schemas.microsoft.com/office/powerpoint/2010/main" val="41830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07594-DC75-96F8-3DE0-3A63DDAD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dirty="0"/>
              <a:t>*Objetivos alcançados*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934938-EFA7-E69B-07CB-9E7B47698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4400" b="1" dirty="0"/>
              <a:t>Ter um sistema de batalhas funcional/que fosse aberto a melhorias</a:t>
            </a:r>
          </a:p>
          <a:p>
            <a:endParaRPr lang="pt-BR" sz="4400" b="1" dirty="0"/>
          </a:p>
          <a:p>
            <a:r>
              <a:rPr lang="pt-BR" sz="4400" b="1" dirty="0"/>
              <a:t>Ter um sistema de itens simples</a:t>
            </a:r>
          </a:p>
          <a:p>
            <a:endParaRPr lang="pt-BR" sz="4400" b="1" dirty="0"/>
          </a:p>
          <a:p>
            <a:r>
              <a:rPr lang="pt-BR" sz="4400" b="1" dirty="0"/>
              <a:t>Dar liberdade de status ao jogador</a:t>
            </a:r>
          </a:p>
          <a:p>
            <a:endParaRPr lang="pt-BR" sz="4400" b="1" dirty="0"/>
          </a:p>
          <a:p>
            <a:r>
              <a:rPr lang="pt-BR" sz="4400" b="1" dirty="0"/>
              <a:t>Adicionar as regiões do jogo e os inimigos(mesmo que não funcione ainda)</a:t>
            </a:r>
          </a:p>
        </p:txBody>
      </p:sp>
    </p:spTree>
    <p:extLst>
      <p:ext uri="{BB962C8B-B14F-4D97-AF65-F5344CB8AC3E}">
        <p14:creationId xmlns:p14="http://schemas.microsoft.com/office/powerpoint/2010/main" val="2059657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D64CB-9571-3D99-BFAD-7FE7DA62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*Status iniciais*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229BC5-E42B-99AC-8AEA-100E5515C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4000" b="1" dirty="0"/>
              <a:t>Antes do jogo começar o jogador precisa usar todos os 6 pontos de status para poder prosseguir no jogo</a:t>
            </a:r>
          </a:p>
          <a:p>
            <a:endParaRPr lang="pt-BR" sz="4000" b="1" dirty="0"/>
          </a:p>
          <a:p>
            <a:r>
              <a:rPr lang="pt-BR" sz="4000" b="1" dirty="0"/>
              <a:t>A escolha de onde adicionar esses pontos é livre e baseada inteiramente na decisão do jogador</a:t>
            </a:r>
          </a:p>
          <a:p>
            <a:endParaRPr lang="pt-BR" sz="4000" b="1" dirty="0"/>
          </a:p>
          <a:p>
            <a:r>
              <a:rPr lang="pt-BR" sz="4000" b="1" dirty="0"/>
              <a:t>O valor base para cada status é 1</a:t>
            </a:r>
          </a:p>
        </p:txBody>
      </p:sp>
    </p:spTree>
    <p:extLst>
      <p:ext uri="{BB962C8B-B14F-4D97-AF65-F5344CB8AC3E}">
        <p14:creationId xmlns:p14="http://schemas.microsoft.com/office/powerpoint/2010/main" val="693143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6159FCC-11A3-19A1-3ED3-36F643B9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*Códigos mais interessantes*</a:t>
            </a:r>
          </a:p>
        </p:txBody>
      </p:sp>
      <p:pic>
        <p:nvPicPr>
          <p:cNvPr id="6" name="Imagem 5" descr="Texto">
            <a:extLst>
              <a:ext uri="{FF2B5EF4-FFF2-40B4-BE49-F238E27FC236}">
                <a16:creationId xmlns:a16="http://schemas.microsoft.com/office/drawing/2014/main" id="{F88429E9-5642-E504-838D-49E90AF3B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0717"/>
            <a:ext cx="12192000" cy="476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69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3DA358A2-2D5A-69E3-2678-BF7054998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764"/>
            <a:ext cx="12192000" cy="605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14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B0DB4F9-E301-9249-174F-B2EC22F1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*Itens*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01EFFE8-3AEC-0B58-7686-88EB708EA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4400" b="1" dirty="0"/>
              <a:t>Adicionamos um sistema de que podem ser consumíveis e armas</a:t>
            </a:r>
          </a:p>
          <a:p>
            <a:endParaRPr lang="pt-BR" sz="4400" b="1" dirty="0"/>
          </a:p>
          <a:p>
            <a:r>
              <a:rPr lang="pt-BR" sz="4400" b="1" dirty="0"/>
              <a:t>As armas possuem interações com os status do jogador e futuramente podem ter habilidades também</a:t>
            </a:r>
          </a:p>
          <a:p>
            <a:endParaRPr lang="pt-BR" sz="4400" b="1" dirty="0"/>
          </a:p>
          <a:p>
            <a:r>
              <a:rPr lang="pt-BR" sz="4400" b="1" dirty="0"/>
              <a:t>O jogador também pode escolher um entre três itens  antes de iniciar o jogo e cada um deles interage com algum dos status do jogo</a:t>
            </a:r>
          </a:p>
        </p:txBody>
      </p:sp>
    </p:spTree>
    <p:extLst>
      <p:ext uri="{BB962C8B-B14F-4D97-AF65-F5344CB8AC3E}">
        <p14:creationId xmlns:p14="http://schemas.microsoft.com/office/powerpoint/2010/main" val="3930882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8F1FF-CB7D-42EB-823E-2B5D9AB3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*Códigos mais interessantes*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519EFE60-FFE1-63D7-19F5-9E11B003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9076"/>
            <a:ext cx="12191999" cy="508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32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3C6B3-8FFF-D104-BC1F-51C60D38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F18FC-5157-2CBF-54D5-9D42C25F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*Códigos mais interessantes*</a:t>
            </a:r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FDC0A4DE-1769-934E-1A78-E2B59F0D6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690688"/>
            <a:ext cx="12191999" cy="456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44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C63B73F-C074-2CD1-46C1-058C9881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*Sistema de batalha*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51AB02-4550-6E46-5321-AEE9A1300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sz="4400" b="1" dirty="0"/>
              <a:t>Sistemas de batalhas melhorado, porém está presente apenas na arena</a:t>
            </a:r>
          </a:p>
          <a:p>
            <a:endParaRPr lang="pt-BR" sz="4400" b="1" dirty="0"/>
          </a:p>
          <a:p>
            <a:r>
              <a:rPr lang="pt-BR" sz="4400" b="1" dirty="0"/>
              <a:t>Futuramente, cada região terá inimigos próprios e sub chefes com mecânicas próprias</a:t>
            </a:r>
          </a:p>
          <a:p>
            <a:endParaRPr lang="pt-BR" sz="4400" b="1" dirty="0"/>
          </a:p>
          <a:p>
            <a:r>
              <a:rPr lang="pt-BR" sz="4400" b="1" dirty="0"/>
              <a:t>Mecânicas das armas:</a:t>
            </a:r>
          </a:p>
          <a:p>
            <a:pPr marL="457200" lvl="1" indent="0">
              <a:buNone/>
            </a:pPr>
            <a:r>
              <a:rPr lang="pt-BR" sz="3600" b="1" dirty="0">
                <a:sym typeface="Wingdings" panose="05000000000000000000" pitchFamily="2" charset="2"/>
              </a:rPr>
              <a:t>Força pura: armas que se baseiam apenas na no atributo força do personagem. Geralmente com alto dano base, mas alta maestria também</a:t>
            </a:r>
          </a:p>
          <a:p>
            <a:pPr marL="457200" lvl="1" indent="0">
              <a:buNone/>
            </a:pPr>
            <a:endParaRPr lang="pt-BR" sz="36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pt-BR" sz="3600" b="1" dirty="0">
                <a:sym typeface="Wingdings" panose="05000000000000000000" pitchFamily="2" charset="2"/>
              </a:rPr>
              <a:t>Destreza: Armas que se baseiam dar vários hits em um mesmo turno. Geralmente possuem baixo dano base, mas também uma baixa maestria.</a:t>
            </a:r>
          </a:p>
          <a:p>
            <a:pPr marL="457200" lvl="1" indent="0">
              <a:buNone/>
            </a:pPr>
            <a:endParaRPr lang="pt-BR" sz="36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pt-BR" sz="3600" b="1" dirty="0">
                <a:sym typeface="Wingdings" panose="05000000000000000000" pitchFamily="2" charset="2"/>
              </a:rPr>
              <a:t>Magia: Danos inteiramente baseados na inteligência do jogador</a:t>
            </a:r>
          </a:p>
          <a:p>
            <a:pPr marL="457200" lvl="1" indent="0">
              <a:buNone/>
            </a:pPr>
            <a:endParaRPr lang="pt-BR" sz="3600" b="1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4550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D0340-827E-F72E-69C4-48D71C5F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*Código interessante*</a:t>
            </a:r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2CA21F0A-3BB5-1924-E2B8-F9078B231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690688"/>
            <a:ext cx="121920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37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0BAF9D3-CBA3-FA5D-51D4-A3F35E85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*Maquina de estados da parte inicial*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3B1E6F-A6CF-55CA-DCA1-C315F0727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396" y="1615189"/>
            <a:ext cx="3495207" cy="524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47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0DB4BE4-9961-54F5-6F20-52687A1B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Fazer as suas partes daqui pra baixo</a:t>
            </a:r>
          </a:p>
        </p:txBody>
      </p:sp>
    </p:spTree>
    <p:extLst>
      <p:ext uri="{BB962C8B-B14F-4D97-AF65-F5344CB8AC3E}">
        <p14:creationId xmlns:p14="http://schemas.microsoft.com/office/powerpoint/2010/main" val="536617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6138475-DB69-7FCA-19D6-A9D644605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9" y="183629"/>
            <a:ext cx="11032761" cy="64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6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DA167-1BBF-D5BB-514A-3F47B37C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pt-BR" sz="8000" b="1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077692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Laranja Vermelh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2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3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4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5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6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7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8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9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0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1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2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13.xml><?xml version="1.0" encoding="utf-8"?>
<a:themeOverride xmlns:a="http://schemas.openxmlformats.org/drawingml/2006/main">
  <a:clrScheme name="Laranja Vermelho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</TotalTime>
  <Words>287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Calibre</vt:lpstr>
      <vt:lpstr>Calibri</vt:lpstr>
      <vt:lpstr>Calibri Light</vt:lpstr>
      <vt:lpstr>Pixelmax</vt:lpstr>
      <vt:lpstr>Wingdings</vt:lpstr>
      <vt:lpstr>Tema do Office</vt:lpstr>
      <vt:lpstr>CARMESIM QUEST Avanços FINAIS</vt:lpstr>
      <vt:lpstr>*Objetivos alcançados*</vt:lpstr>
      <vt:lpstr>*Status iniciais*</vt:lpstr>
      <vt:lpstr>*Códigos mais interessantes*</vt:lpstr>
      <vt:lpstr>Apresentação do PowerPoint</vt:lpstr>
      <vt:lpstr>*Itens*</vt:lpstr>
      <vt:lpstr>*Códigos mais interessantes*</vt:lpstr>
      <vt:lpstr>*Códigos mais interessantes*</vt:lpstr>
      <vt:lpstr>*Sistema de batalha*</vt:lpstr>
      <vt:lpstr>*Código interessante*</vt:lpstr>
      <vt:lpstr>*Maquina de estados da parte inicial*</vt:lpstr>
      <vt:lpstr>Fazer as suas partes daqui pra baixo</vt:lpstr>
      <vt:lpstr>Apresentação do PowerPoint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de Souza Farias Pikamurchona</dc:creator>
  <cp:lastModifiedBy>Davi de Souza Farias Pikamurchona</cp:lastModifiedBy>
  <cp:revision>11</cp:revision>
  <dcterms:created xsi:type="dcterms:W3CDTF">2025-11-03T17:48:42Z</dcterms:created>
  <dcterms:modified xsi:type="dcterms:W3CDTF">2025-12-10T17:12:36Z</dcterms:modified>
</cp:coreProperties>
</file>